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GoogleSans-bold.fntdata"/><Relationship Id="rId10" Type="http://schemas.openxmlformats.org/officeDocument/2006/relationships/slide" Target="slides/slide6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9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8.xml"/><Relationship Id="rId23" Type="http://schemas.openxmlformats.org/officeDocument/2006/relationships/font" Target="fonts/Google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f7cbdb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5f7cbdb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0c6239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d00c6239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0c623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d00c623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 l="0" r="0" t="0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Brief about the idea</a:t>
            </a:r>
            <a:endParaRPr b="1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Opportunities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different is it from any of the other existing ideas?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will it be able to solve the problem?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USP of the proposed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Details</a:t>
            </a:r>
            <a:r>
              <a:rPr b="1" lang="en-GB"/>
              <a:t>/Future Development (</a:t>
            </a:r>
            <a:r>
              <a:rPr b="1" lang="en-GB"/>
              <a:t>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Improvements done during the 2nd P</a:t>
            </a: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rototype</a:t>
            </a: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phase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Provide links to your: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GitHub Public Repository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Demo Video Link (3 Minutes)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Final Product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 title="IDBI banner deck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